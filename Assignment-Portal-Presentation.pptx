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D0F5"/>
                </a:solidFill>
                <a:latin typeface="Segoe UI"/>
              </a:rPr>
              <a:t>CLOUD COMPUTING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852160" cy="1965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Segoe UI"/>
              </a:rPr>
              <a:t>Assignment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Segoe UI"/>
              </a:rPr>
              <a:t>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56616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8C6D4"/>
                </a:solidFill>
                <a:latin typeface="Segoe UI"/>
              </a:rPr>
              <a:t>A student submission system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8C6D4"/>
                </a:solidFill>
                <a:latin typeface="Segoe UI"/>
              </a:rPr>
              <a:t>built on Google Cloud.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709160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7548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Firebase Hosting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1488" y="470916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47548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Authentication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8" y="470916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475488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Cloud Firestore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98932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https://cloudcomputing-db6ca.web.app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84048"/>
            <a:ext cx="4892040" cy="6089904"/>
          </a:xfrm>
          <a:prstGeom prst="roundRect">
            <a:avLst>
              <a:gd name="adj" fmla="val 8000"/>
            </a:avLst>
          </a:prstGeom>
          <a:solidFill>
            <a:srgbClr val="7C5CFC"/>
          </a:solidFill>
          <a:ln>
            <a:noFill/>
          </a:ln>
          <a:effectLst>
            <a:outerShdw blurRad="280000" dist="80000" dir="2700000" algn="tl" rotWithShape="0">
              <a:srgbClr val="1C1C24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46920" y="640080"/>
            <a:ext cx="1554480" cy="1554480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0" y="489204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4173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4DCFF"/>
                </a:solidFill>
                <a:latin typeface="Segoe UI"/>
              </a:rPr>
              <a:t>LIVE ON THE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1874519"/>
            <a:ext cx="42062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Turn in work.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See who submitted.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520440"/>
            <a:ext cx="402336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3EEFF"/>
                </a:solidFill>
                <a:latin typeface="Segoe UI"/>
              </a:rPr>
              <a:t>Students upload a file before the deadline. Teachers create the assignment and review what came 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4892040"/>
            <a:ext cx="4023360" cy="18288"/>
          </a:xfrm>
          <a:prstGeom prst="rect">
            <a:avLst/>
          </a:prstGeom>
          <a:solidFill>
            <a:srgbClr val="A9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507492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Spark plan  ·  Project cloudcomputing-db6ca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D0F5"/>
                </a:solidFill>
                <a:latin typeface="Segoe UI"/>
              </a:rPr>
              <a:t>CLOUD COMPUTING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38912"/>
            <a:ext cx="9509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Why this portal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47548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D0F5"/>
                </a:solidFill>
                <a:latin typeface="Segoe UI"/>
              </a:rPr>
              <a:t>02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C"/>
                </a:solidFill>
                <a:latin typeface="Segoe UI"/>
              </a:rPr>
              <a:t>cloudcomputing-db6ca.web.app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3611880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1938528"/>
            <a:ext cx="658368" cy="82296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76272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C5CFC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5176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21F2B"/>
                </a:solidFill>
                <a:latin typeface="Segoe UI"/>
              </a:rPr>
              <a:t>One place for the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8404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87C"/>
                </a:solidFill>
                <a:latin typeface="Segoe UI"/>
              </a:rPr>
              <a:t>A student sees the title, the description, and the deadline, then turns in a file from that same 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691640"/>
            <a:ext cx="3611880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0288" y="1938528"/>
            <a:ext cx="658368" cy="82296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176272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C5CFC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65176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21F2B"/>
                </a:solidFill>
                <a:latin typeface="Segoe UI"/>
              </a:rPr>
              <a:t>A page for each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8404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87C"/>
                </a:solidFill>
                <a:latin typeface="Segoe UI"/>
              </a:rPr>
              <a:t>A teacher creates assignments and reviews submissions. A student never sees the teacher pages.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691640"/>
            <a:ext cx="3611880" cy="4297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38528"/>
            <a:ext cx="658368" cy="82296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176272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C5CFC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65176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21F2B"/>
                </a:solidFill>
                <a:latin typeface="Segoe UI"/>
              </a:rPr>
              <a:t>No server to keep 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38404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87C"/>
                </a:solidFill>
                <a:latin typeface="Segoe UI"/>
              </a:rPr>
              <a:t>Google hosts the website, checks the password, and stores the records. The classroom computer can be shut down.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D0F5"/>
                </a:solidFill>
                <a:latin typeface="Segoe UI"/>
              </a:rPr>
              <a:t>CLOUD COMPUTING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38912"/>
            <a:ext cx="9509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How cloud computing is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47548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D0F5"/>
                </a:solidFill>
                <a:latin typeface="Segoe UI"/>
              </a:rPr>
              <a:t>03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C"/>
                </a:solidFill>
                <a:latin typeface="Segoe UI"/>
              </a:rPr>
              <a:t>cloudcomputing-db6ca.web.app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27632"/>
            <a:ext cx="2121408" cy="4434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" y="1874519"/>
            <a:ext cx="566928" cy="566928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993392"/>
            <a:ext cx="566928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51760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1F2B"/>
                </a:solidFill>
                <a:latin typeface="Segoe UI"/>
              </a:rPr>
              <a:t>On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566160"/>
            <a:ext cx="173736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87C"/>
                </a:solidFill>
                <a:latin typeface="Segoe UI"/>
              </a:rPr>
              <a:t>The project and the website were created when we needed them. No hardware was ordered.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24912" y="1627632"/>
            <a:ext cx="2121408" cy="4434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44368" y="1874519"/>
            <a:ext cx="566928" cy="566928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4368" y="1993392"/>
            <a:ext cx="566928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651760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1F2B"/>
                </a:solidFill>
                <a:latin typeface="Segoe UI"/>
              </a:rPr>
              <a:t>Any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566160"/>
            <a:ext cx="173736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87C"/>
                </a:solidFill>
                <a:latin typeface="Segoe UI"/>
              </a:rPr>
              <a:t>The portal opens in a browser from a public web address, on any network.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92624" y="1627632"/>
            <a:ext cx="2121408" cy="4434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0" y="1874519"/>
            <a:ext cx="566928" cy="566928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1993392"/>
            <a:ext cx="566928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2651760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1F2B"/>
                </a:solidFill>
                <a:latin typeface="Segoe UI"/>
              </a:rPr>
              <a:t>Shared machines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566160"/>
            <a:ext cx="173736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87C"/>
                </a:solidFill>
                <a:latin typeface="Segoe UI"/>
              </a:rPr>
              <a:t>Google pools its servers. We do not own a computer in a data center.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0336" y="1627632"/>
            <a:ext cx="2121408" cy="4434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79792" y="1874519"/>
            <a:ext cx="566928" cy="566928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9792" y="1993392"/>
            <a:ext cx="566928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651760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1F2B"/>
                </a:solidFill>
                <a:latin typeface="Segoe UI"/>
              </a:rPr>
              <a:t>Room to grow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3566160"/>
            <a:ext cx="173736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87C"/>
                </a:solidFill>
                <a:latin typeface="Segoe UI"/>
              </a:rPr>
              <a:t>Hosting and Firestore take more visitors without us adding a server.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28048" y="1627632"/>
            <a:ext cx="2121408" cy="4434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47504" y="1874519"/>
            <a:ext cx="566928" cy="566928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47504" y="1993392"/>
            <a:ext cx="566928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2651760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1F2B"/>
                </a:solidFill>
                <a:latin typeface="Segoe UI"/>
              </a:rPr>
              <a:t>Measured 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9216" y="3566160"/>
            <a:ext cx="173736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87C"/>
                </a:solidFill>
                <a:latin typeface="Segoe UI"/>
              </a:rPr>
              <a:t>Spark is a free allowance. Blaze adds a bill only when a product requires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D0F5"/>
                </a:solidFill>
                <a:latin typeface="Segoe UI"/>
              </a:rPr>
              <a:t>CLOUD COMPUTING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38912"/>
            <a:ext cx="9509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The Google Cloud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47548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D0F5"/>
                </a:solidFill>
                <a:latin typeface="Segoe UI"/>
              </a:rPr>
              <a:t>04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C"/>
                </a:solidFill>
                <a:latin typeface="Segoe UI"/>
              </a:rPr>
              <a:t>cloudcomputing-db6ca.web.app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91640"/>
            <a:ext cx="2761488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965960"/>
            <a:ext cx="658368" cy="9144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860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1F2B"/>
                </a:solidFill>
                <a:latin typeface="Segoe UI"/>
              </a:rPr>
              <a:t>Hosting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2004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Publishes the three website files and serves them on a public address.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691640"/>
            <a:ext cx="2761488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39312" y="1965960"/>
            <a:ext cx="658368" cy="9144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2860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1F2B"/>
                </a:solidFill>
                <a:latin typeface="Segoe UI"/>
              </a:rPr>
              <a:t>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32004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Creates each login and checks the email and password.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91640"/>
            <a:ext cx="2761488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65392" y="1965960"/>
            <a:ext cx="658368" cy="9144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22860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1F2B"/>
                </a:solidFill>
                <a:latin typeface="Segoe UI"/>
              </a:rPr>
              <a:t>Cloud Firestore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32004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Stores the role, every assignment, and each submission record.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691640"/>
            <a:ext cx="2761488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91472" y="1965960"/>
            <a:ext cx="658368" cy="9144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73184" y="22860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1F2B"/>
                </a:solidFill>
                <a:latin typeface="Segoe UI"/>
              </a:rPr>
              <a:t>Cloud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32004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The place reserved for the PDF, DOCX, or ZIP file itself.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66360"/>
            <a:ext cx="11265408" cy="1051560"/>
          </a:xfrm>
          <a:prstGeom prst="roundRect">
            <a:avLst>
              <a:gd name="adj" fmla="val 10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34009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D0F5"/>
                </a:solidFill>
                <a:latin typeface="Segoe UI"/>
              </a:rPr>
              <a:t>PUBLIC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632704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No virtual machine. Google operates the servers. The portal only calls these products.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D0F5"/>
                </a:solidFill>
                <a:latin typeface="Segoe UI"/>
              </a:rPr>
              <a:t>CLOUD COMPUTING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38912"/>
            <a:ext cx="9509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How a visit moves through the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47548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D0F5"/>
                </a:solidFill>
                <a:latin typeface="Segoe UI"/>
              </a:rPr>
              <a:t>05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C"/>
                </a:solidFill>
                <a:latin typeface="Segoe UI"/>
              </a:rPr>
              <a:t>cloudcomputing-db6ca.web.app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383280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874519"/>
            <a:ext cx="530352" cy="53035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75104"/>
            <a:ext cx="530352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95681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1F2B"/>
                </a:solidFill>
                <a:latin typeface="Segoe UI"/>
              </a:rPr>
              <a:t>Open the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651760"/>
            <a:ext cx="288036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87C"/>
                </a:solidFill>
                <a:latin typeface="Segoe UI"/>
              </a:rPr>
              <a:t>The browser asks Firebase Hosting for the public address.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13631" y="2788920"/>
            <a:ext cx="347472" cy="146304"/>
          </a:xfrm>
          <a:prstGeom prst="rightArrow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1645920"/>
            <a:ext cx="3383280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99432" y="1874519"/>
            <a:ext cx="530352" cy="53035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975104"/>
            <a:ext cx="530352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195681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1F2B"/>
                </a:solidFill>
                <a:latin typeface="Segoe UI"/>
              </a:rPr>
              <a:t>Receive the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651760"/>
            <a:ext cx="288036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87C"/>
                </a:solidFill>
                <a:latin typeface="Segoe UI"/>
              </a:rPr>
              <a:t>Hosting returns index.html, styles.css, and app.js.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799831" y="2788920"/>
            <a:ext cx="347472" cy="146304"/>
          </a:xfrm>
          <a:prstGeom prst="rightArrow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1645920"/>
            <a:ext cx="3383280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85632" y="1874519"/>
            <a:ext cx="530352" cy="53035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1975104"/>
            <a:ext cx="530352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195681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1F2B"/>
                </a:solidFill>
                <a:latin typeface="Segoe UI"/>
              </a:rPr>
              <a:t>Use the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651760"/>
            <a:ext cx="288036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87C"/>
                </a:solidFill>
                <a:latin typeface="Segoe UI"/>
              </a:rPr>
              <a:t>The page signs in with Authentication and reads Firestore.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54880"/>
            <a:ext cx="11265408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956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1F2B"/>
                </a:solidFill>
                <a:latin typeface="Segoe UI"/>
              </a:rPr>
              <a:t>Why there is no separate 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358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87C"/>
                </a:solidFill>
                <a:latin typeface="Segoe UI"/>
              </a:rPr>
              <a:t>Cloud Run would need the Blaze billing plan. On the Spark plan the page calls Firebase directly. The same three files run on a laptop and on the live site.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D0F5"/>
                </a:solidFill>
                <a:latin typeface="Segoe UI"/>
              </a:rPr>
              <a:t>CLOUD COMPUTING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38912"/>
            <a:ext cx="9509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Two roles, two sets of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47548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D0F5"/>
                </a:solidFill>
                <a:latin typeface="Segoe UI"/>
              </a:rPr>
              <a:t>06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C"/>
                </a:solidFill>
                <a:latin typeface="Segoe UI"/>
              </a:rPr>
              <a:t>cloudcomputing-db6ca.web.app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77840" cy="3794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91440" cy="324612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81051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1F2B"/>
                </a:solidFill>
                <a:latin typeface="Segoe UI"/>
              </a:rPr>
              <a:t>Student</a:t>
            </a:r>
          </a:p>
        </p:txBody>
      </p:sp>
      <p:sp>
        <p:nvSpPr>
          <p:cNvPr id="12" name="Oval 11"/>
          <p:cNvSpPr/>
          <p:nvPr/>
        </p:nvSpPr>
        <p:spPr>
          <a:xfrm>
            <a:off x="987552" y="2514600"/>
            <a:ext cx="128016" cy="128016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40487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87C"/>
                </a:solidFill>
                <a:latin typeface="Segoe UI"/>
              </a:rPr>
              <a:t>Assignments, with the deadline marked open or closed</a:t>
            </a:r>
          </a:p>
        </p:txBody>
      </p:sp>
      <p:sp>
        <p:nvSpPr>
          <p:cNvPr id="14" name="Oval 13"/>
          <p:cNvSpPr/>
          <p:nvPr/>
        </p:nvSpPr>
        <p:spPr>
          <a:xfrm>
            <a:off x="987552" y="3337560"/>
            <a:ext cx="128016" cy="128016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22783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87C"/>
                </a:solidFill>
                <a:latin typeface="Segoe UI"/>
              </a:rPr>
              <a:t>Upload a PDF, DOCX, or ZIP of 10 MB or less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" y="4160520"/>
            <a:ext cx="128016" cy="128016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050791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87C"/>
                </a:solidFill>
                <a:latin typeface="Segoe UI"/>
              </a:rPr>
              <a:t>My submissions, showing file, time, and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600200"/>
            <a:ext cx="5577840" cy="3794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65392" y="1874519"/>
            <a:ext cx="91440" cy="3246120"/>
          </a:xfrm>
          <a:prstGeom prst="roundRect">
            <a:avLst>
              <a:gd name="adj" fmla="val 50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181051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1F2B"/>
                </a:solidFill>
                <a:latin typeface="Segoe UI"/>
              </a:rPr>
              <a:t>Teacher</a:t>
            </a:r>
          </a:p>
        </p:txBody>
      </p:sp>
      <p:sp>
        <p:nvSpPr>
          <p:cNvPr id="21" name="Oval 20"/>
          <p:cNvSpPr/>
          <p:nvPr/>
        </p:nvSpPr>
        <p:spPr>
          <a:xfrm>
            <a:off x="6839712" y="2514600"/>
            <a:ext cx="128016" cy="128016"/>
          </a:xfrm>
          <a:prstGeom prst="ellipse">
            <a:avLst/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240487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87C"/>
                </a:solidFill>
                <a:latin typeface="Segoe UI"/>
              </a:rPr>
              <a:t>Create an assignment with a title, description, and deadline</a:t>
            </a:r>
          </a:p>
        </p:txBody>
      </p:sp>
      <p:sp>
        <p:nvSpPr>
          <p:cNvPr id="23" name="Oval 22"/>
          <p:cNvSpPr/>
          <p:nvPr/>
        </p:nvSpPr>
        <p:spPr>
          <a:xfrm>
            <a:off x="6839712" y="3337560"/>
            <a:ext cx="128016" cy="128016"/>
          </a:xfrm>
          <a:prstGeom prst="ellipse">
            <a:avLst/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322783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87C"/>
                </a:solidFill>
                <a:latin typeface="Segoe UI"/>
              </a:rPr>
              <a:t>View submissions for the assignment they pick</a:t>
            </a:r>
          </a:p>
        </p:txBody>
      </p:sp>
      <p:sp>
        <p:nvSpPr>
          <p:cNvPr id="25" name="Oval 24"/>
          <p:cNvSpPr/>
          <p:nvPr/>
        </p:nvSpPr>
        <p:spPr>
          <a:xfrm>
            <a:off x="6839712" y="4160520"/>
            <a:ext cx="128016" cy="128016"/>
          </a:xfrm>
          <a:prstGeom prst="ellipse">
            <a:avLst/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4050791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87C"/>
                </a:solidFill>
                <a:latin typeface="Segoe UI"/>
              </a:rPr>
              <a:t>See the student email, file name, time, and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1F2B"/>
                </a:solidFill>
                <a:latin typeface="Segoe UI"/>
              </a:rPr>
              <a:t>Create account asks for an email, a password, and Student or Teacher. Authentication keeps the password. Firestore stores the role.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D0F5"/>
                </a:solidFill>
                <a:latin typeface="Segoe UI"/>
              </a:rPr>
              <a:t>CLOUD COMPUTING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38912"/>
            <a:ext cx="9509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Firestore stores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47548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D0F5"/>
                </a:solidFill>
                <a:latin typeface="Segoe UI"/>
              </a:rPr>
              <a:t>07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C"/>
                </a:solidFill>
                <a:latin typeface="Segoe UI"/>
              </a:rPr>
              <a:t>cloudcomputing-db6ca.web.app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57600" cy="3383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C5CFC"/>
                </a:solidFill>
                <a:latin typeface="Segoe UI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One document per person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3108960" cy="13716"/>
          </a:xfrm>
          <a:prstGeom prst="rect">
            <a:avLst/>
          </a:prstGeom>
          <a:solidFill>
            <a:srgbClr val="E4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1F2B"/>
                </a:solidFill>
                <a:latin typeface="Segoe UI"/>
              </a:rPr>
              <a:t>email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1F2B"/>
                </a:solidFill>
                <a:latin typeface="Segoe UI"/>
              </a:rPr>
              <a:t>role: student or teacher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600200"/>
            <a:ext cx="3657600" cy="3383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1051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C5CFC"/>
                </a:solidFill>
                <a:latin typeface="Segoe UI"/>
              </a:rPr>
              <a:t>assignments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86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One document per task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788920"/>
            <a:ext cx="3108960" cy="13716"/>
          </a:xfrm>
          <a:prstGeom prst="rect">
            <a:avLst/>
          </a:prstGeom>
          <a:solidFill>
            <a:srgbClr val="E4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97180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1F2B"/>
                </a:solidFill>
                <a:latin typeface="Segoe UI"/>
              </a:rPr>
              <a:t>title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1F2B"/>
                </a:solidFill>
                <a:latin typeface="Segoe UI"/>
              </a:rPr>
              <a:t>description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1F2B"/>
                </a:solidFill>
                <a:latin typeface="Segoe UI"/>
              </a:rPr>
              <a:t>deadline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600200"/>
            <a:ext cx="3657600" cy="3383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81051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C5CFC"/>
                </a:solidFill>
                <a:latin typeface="Segoe UI"/>
              </a:rPr>
              <a:t>submissions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86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One document per 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788920"/>
            <a:ext cx="3108960" cy="13716"/>
          </a:xfrm>
          <a:prstGeom prst="rect">
            <a:avLst/>
          </a:prstGeom>
          <a:solidFill>
            <a:srgbClr val="E4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97180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1F2B"/>
                </a:solidFill>
                <a:latin typeface="Segoe UI"/>
              </a:rPr>
              <a:t>student email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1F2B"/>
                </a:solidFill>
                <a:latin typeface="Segoe UI"/>
              </a:rPr>
              <a:t>file name, time, 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212080"/>
            <a:ext cx="112654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3949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C5CFC"/>
                </a:solidFill>
                <a:latin typeface="Segoe UI"/>
              </a:rPr>
              <a:t>FILE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68756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Only PDF, DOCX, or ZIP. Maximum size 10 MB. The file name and time go in Firestore. The file bytes are meant for Cloud Storage.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D0F5"/>
                </a:solidFill>
                <a:latin typeface="Segoe UI"/>
              </a:rPr>
              <a:t>CLOUD COMPUTING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38912"/>
            <a:ext cx="9509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Publishing the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47548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D0F5"/>
                </a:solidFill>
                <a:latin typeface="Segoe UI"/>
              </a:rPr>
              <a:t>08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C"/>
                </a:solidFill>
                <a:latin typeface="Segoe UI"/>
              </a:rPr>
              <a:t>cloudcomputing-db6ca.web.app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6537960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" y="1883664"/>
            <a:ext cx="530352" cy="53035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993391"/>
            <a:ext cx="53035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71907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1F2B"/>
                </a:solidFill>
                <a:latin typeface="Segoe UI"/>
              </a:rPr>
              <a:t>The site lives in the public folder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121408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index.html, styles.css, and app.js.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80360"/>
            <a:ext cx="6537960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6" y="3209544"/>
            <a:ext cx="530352" cy="53035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319272"/>
            <a:ext cx="53035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04495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1F2B"/>
                </a:solidFill>
                <a:latin typeface="Segoe UI"/>
              </a:rPr>
              <a:t>One command uploads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447288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firebase deploy --only hosting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06240"/>
            <a:ext cx="6537960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6656" y="4535424"/>
            <a:ext cx="530352" cy="53035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4645152"/>
            <a:ext cx="53035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370831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1F2B"/>
                </a:solidFill>
                <a:latin typeface="Segoe UI"/>
              </a:rPr>
              <a:t>Firebase releases a new 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773168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The old classroom computer does not have to stay switched 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1554480"/>
            <a:ext cx="4480560" cy="3977639"/>
          </a:xfrm>
          <a:prstGeom prst="roundRect">
            <a:avLst>
              <a:gd name="adj" fmla="val 8000"/>
            </a:avLst>
          </a:prstGeom>
          <a:solidFill>
            <a:srgbClr val="16161C"/>
          </a:solidFill>
          <a:ln>
            <a:noFill/>
          </a:ln>
          <a:effectLst>
            <a:outerShdw blurRad="180000" dist="50000" dir="2700000" algn="tl" rotWithShape="0">
              <a:srgbClr val="1C1C2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181051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D0F5"/>
                </a:solidFill>
                <a:latin typeface="Segoe UI"/>
              </a:rPr>
              <a:t>LIVE ADDRESSES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33172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D0F5"/>
                </a:solidFill>
                <a:latin typeface="Segoe UI"/>
              </a:rPr>
              <a:t>web.app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6517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cloudcomputing-db6ca.web.app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56616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D0F5"/>
                </a:solidFill>
                <a:latin typeface="Segoe UI"/>
              </a:rPr>
              <a:t>firebaseapp.com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88620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cloudcomputing-db6ca.firebaseapp.com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89204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D0F5"/>
                </a:solidFill>
                <a:latin typeface="Segoe UI"/>
              </a:rPr>
              <a:t>Both open the same portal.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D0F5"/>
                </a:solidFill>
                <a:latin typeface="Segoe UI"/>
              </a:rPr>
              <a:t>CLOUD COMPUTING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38912"/>
            <a:ext cx="9509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works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47548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D0F5"/>
                </a:solidFill>
                <a:latin typeface="Segoe UI"/>
              </a:rPr>
              <a:t>09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C"/>
                </a:solidFill>
                <a:latin typeface="Segoe UI"/>
              </a:rPr>
              <a:t>cloudcomputing-db6ca.web.app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36192"/>
            <a:ext cx="1117396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1737360"/>
            <a:ext cx="384048" cy="384048"/>
          </a:xfrm>
          <a:prstGeom prst="ellipse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73936"/>
            <a:ext cx="38404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7A4D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55648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1F2B"/>
                </a:solidFill>
                <a:latin typeface="Segoe UI"/>
              </a:rPr>
              <a:t>A person can create an account with an email, a password, and a role.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32304"/>
            <a:ext cx="1117396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670048"/>
            <a:ext cx="38404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7A4D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51760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1F2B"/>
                </a:solidFill>
                <a:latin typeface="Segoe UI"/>
              </a:rPr>
              <a:t>The role is saved in Firestore and decides which pages appear.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28415"/>
            <a:ext cx="1117396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529584"/>
            <a:ext cx="384048" cy="384048"/>
          </a:xfrm>
          <a:prstGeom prst="ellipse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566159"/>
            <a:ext cx="38404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7A4D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54787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1F2B"/>
                </a:solidFill>
                <a:latin typeface="Segoe UI"/>
              </a:rPr>
              <a:t>A teacher can create an assignment. It shows up for a student.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24528"/>
            <a:ext cx="1117396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" y="4425696"/>
            <a:ext cx="384048" cy="384048"/>
          </a:xfrm>
          <a:prstGeom prst="ellipse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462272"/>
            <a:ext cx="38404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7A4D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443984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1F2B"/>
                </a:solidFill>
                <a:latin typeface="Segoe UI"/>
              </a:rPr>
              <a:t>Deadlines are marked open or closed from the saved date.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20640"/>
            <a:ext cx="1117396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808" y="5321807"/>
            <a:ext cx="384048" cy="384048"/>
          </a:xfrm>
          <a:prstGeom prst="ellipse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358383"/>
            <a:ext cx="38404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7A4D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40096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1F2B"/>
                </a:solidFill>
                <a:latin typeface="Segoe UI"/>
              </a:rPr>
              <a:t>The website is public on Firebase Hosting, and login survives a refresh.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D0F5"/>
                </a:solidFill>
                <a:latin typeface="Segoe UI"/>
              </a:rPr>
              <a:t>CLOUD COMPUTING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38912"/>
            <a:ext cx="9509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The part still waiting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47548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D0F5"/>
                </a:solidFill>
                <a:latin typeface="Segoe UI"/>
              </a:rPr>
              <a:t>10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C"/>
                </a:solidFill>
                <a:latin typeface="Segoe UI"/>
              </a:rPr>
              <a:t>cloudcomputing-db6ca.web.app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720840" cy="4526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C5CFC"/>
                </a:solidFill>
                <a:latin typeface="Segoe UI"/>
              </a:rPr>
              <a:t>CLOUD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40280"/>
            <a:ext cx="603504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1F2B"/>
                </a:solidFill>
                <a:latin typeface="Segoe UI"/>
              </a:rPr>
              <a:t>The upload is built.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1F2B"/>
                </a:solidFill>
                <a:latin typeface="Segoe UI"/>
              </a:rPr>
              <a:t>The bucket is not.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6035040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E687C"/>
                </a:solidFill>
                <a:latin typeface="Segoe UI"/>
              </a:rPr>
              <a:t>On this new project, Storage asks for the Blaze plan before it creates a bucket. The Spark plan still covers Hosting, Authentication, and Firestore. Until Storage is turned on, the file itself cannot be saved.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600200"/>
            <a:ext cx="4297680" cy="2103120"/>
          </a:xfrm>
          <a:prstGeom prst="roundRect">
            <a:avLst>
              <a:gd name="adj" fmla="val 10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8105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ALREADY WORKING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240280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1F2B"/>
                </a:solidFill>
                <a:latin typeface="Segoe UI"/>
              </a:rPr>
              <a:t>Login and roles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1F2B"/>
                </a:solidFill>
                <a:latin typeface="Segoe UI"/>
              </a:rPr>
              <a:t>Assignments in Firestore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1F2B"/>
                </a:solidFill>
                <a:latin typeface="Segoe UI"/>
              </a:rPr>
              <a:t>The public website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3886200"/>
            <a:ext cx="4297680" cy="2240280"/>
          </a:xfrm>
          <a:prstGeom prst="roundRect">
            <a:avLst>
              <a:gd name="adj" fmla="val 10000"/>
            </a:avLst>
          </a:prstGeom>
          <a:solidFill>
            <a:srgbClr val="FB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40965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4E16"/>
                </a:solidFill>
                <a:latin typeface="Segoe UI"/>
              </a:rPr>
              <a:t>NEEDS BLAZE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52628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1F2B"/>
                </a:solidFill>
                <a:latin typeface="Segoe UI"/>
              </a:rPr>
              <a:t>Saving the PDF, DOCX,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1F2B"/>
                </a:solidFill>
                <a:latin typeface="Segoe UI"/>
              </a:rPr>
              <a:t>or ZIP in Cloud 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D0F5"/>
                </a:solidFill>
                <a:latin typeface="Segoe UI"/>
              </a:rPr>
              <a:t>CLOUD COMPUTING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38912"/>
            <a:ext cx="9509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this project taught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47548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D0F5"/>
                </a:solidFill>
                <a:latin typeface="Segoe UI"/>
              </a:rPr>
              <a:t>11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C"/>
                </a:solidFill>
                <a:latin typeface="Segoe UI"/>
              </a:rPr>
              <a:t>cloudcomputing-db6ca.web.app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11265408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01368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C5CFC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55063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1F2B"/>
                </a:solidFill>
                <a:latin typeface="Segoe UI"/>
              </a:rPr>
              <a:t>A cloud app can be a website plus managed services.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39112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We did not install a database or keep a server running.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79191"/>
            <a:ext cx="11265408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971799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C5CFC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25496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1F2B"/>
                </a:solidFill>
                <a:latin typeface="Segoe UI"/>
              </a:rPr>
              <a:t>Authentication and Firestore do different jobs.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09544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Authentication answers who the person is. Firestore answers which pages they see.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49624"/>
            <a:ext cx="11265408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142232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C5CFC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95928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1F2B"/>
                </a:solidFill>
                <a:latin typeface="Segoe UI"/>
              </a:rPr>
              <a:t>A free plan has a boundary.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79976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Spark covers the site and the database. Storage and Cloud Run ask for billing first.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20056"/>
            <a:ext cx="11265408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312664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C5CFC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1663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1F2B"/>
                </a:solidFill>
                <a:latin typeface="Segoe UI"/>
              </a:rPr>
              <a:t>One set of files, two places.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550408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The portal runs on a laptop during building, then on Hosting for everyone else.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D0F5"/>
                </a:solidFill>
                <a:latin typeface="Segoe UI"/>
              </a:rPr>
              <a:t>CLOUD COMPUTING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38912"/>
            <a:ext cx="9509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comes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47548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D0F5"/>
                </a:solidFill>
                <a:latin typeface="Segoe UI"/>
              </a:rPr>
              <a:t>12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C"/>
                </a:solidFill>
                <a:latin typeface="Segoe UI"/>
              </a:rPr>
              <a:t>cloudcomputing-db6ca.web.app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623560" cy="18105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5623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C5CFC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5623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1F2B"/>
                </a:solidFill>
                <a:latin typeface="Segoe UI"/>
              </a:rPr>
              <a:t>Turn on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87C"/>
                </a:solidFill>
                <a:latin typeface="Segoe UI"/>
              </a:rPr>
              <a:t>Upgrade to Blaze so the uploaded file can be saved.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00200"/>
            <a:ext cx="5623560" cy="18105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623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C5CFC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85623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1F2B"/>
                </a:solidFill>
                <a:latin typeface="Segoe UI"/>
              </a:rPr>
              <a:t>Lock the data 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87C"/>
                </a:solidFill>
                <a:latin typeface="Segoe UI"/>
              </a:rPr>
              <a:t>Add Firestore rules so a student cannot read another student's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66160"/>
            <a:ext cx="5623560" cy="18105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22191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C5CFC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822191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1F2B"/>
                </a:solidFill>
                <a:latin typeface="Segoe UI"/>
              </a:rPr>
              <a:t>Let teachers download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87C"/>
                </a:solidFill>
                <a:latin typeface="Segoe UI"/>
              </a:rPr>
              <a:t>Add a link from the submission row to the stored file.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566160"/>
            <a:ext cx="5623560" cy="18105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80000" dist="50000" dir="2700000" algn="tl" rotWithShape="0">
              <a:srgbClr val="1C1C2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822191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C5CFC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822191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1F2B"/>
                </a:solidFill>
                <a:latin typeface="Segoe UI"/>
              </a:rPr>
              <a:t>Watch and back 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4348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87C"/>
                </a:solidFill>
                <a:latin typeface="Segoe UI"/>
              </a:rPr>
              <a:t>Add a monitoring chart and a scheduled Firestore backup.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D0F5"/>
                </a:solidFill>
                <a:latin typeface="Segoe UI"/>
              </a:rPr>
              <a:t>CLOUD COMPUTING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38912"/>
            <a:ext cx="9509760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Demo, in this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47548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D0F5"/>
                </a:solidFill>
                <a:latin typeface="Segoe UI"/>
              </a:rPr>
              <a:t>13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C"/>
                </a:solidFill>
                <a:latin typeface="Segoe UI"/>
              </a:rPr>
              <a:t>cloudcomputing-db6ca.web.app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C5CFC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81328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1F2B"/>
                </a:solidFill>
                <a:latin typeface="Segoe UI"/>
              </a:rPr>
              <a:t>Open the live 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2880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cloudcomputing-db6ca.web.app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139696"/>
            <a:ext cx="13716" cy="292608"/>
          </a:xfrm>
          <a:prstGeom prst="rect">
            <a:avLst/>
          </a:prstGeom>
          <a:solidFill>
            <a:srgbClr val="D5C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14016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C5CFC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14016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1F2B"/>
                </a:solidFill>
                <a:latin typeface="Segoe UI"/>
              </a:rPr>
              <a:t>Create a teacher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6148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Email, password, and the Teacher role.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3072384"/>
            <a:ext cx="13716" cy="292608"/>
          </a:xfrm>
          <a:prstGeom prst="rect">
            <a:avLst/>
          </a:prstGeom>
          <a:solidFill>
            <a:srgbClr val="D5C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46704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C5CFC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346704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1F2B"/>
                </a:solidFill>
                <a:latin typeface="Segoe UI"/>
              </a:rPr>
              <a:t>Add an 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94176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Title, description, and a deadline.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4005072"/>
            <a:ext cx="13716" cy="292608"/>
          </a:xfrm>
          <a:prstGeom prst="rect">
            <a:avLst/>
          </a:prstGeom>
          <a:solidFill>
            <a:srgbClr val="D5C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7939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C5CFC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79392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1F2B"/>
                </a:solidFill>
                <a:latin typeface="Segoe UI"/>
              </a:rPr>
              <a:t>Create a student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62686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Log out, then make the Student account.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937759"/>
            <a:ext cx="13716" cy="292608"/>
          </a:xfrm>
          <a:prstGeom prst="rect">
            <a:avLst/>
          </a:prstGeom>
          <a:solidFill>
            <a:srgbClr val="D5C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C5CFC"/>
                </a:solidFill>
                <a:latin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212080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1F2B"/>
                </a:solidFill>
                <a:latin typeface="Segoe UI"/>
              </a:rPr>
              <a:t>Show the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559552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C"/>
                </a:solidFill>
                <a:latin typeface="Segoe UI"/>
              </a:rPr>
              <a:t>Open Firestore and point at users and assignments.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1554480"/>
            <a:ext cx="4251960" cy="4434840"/>
          </a:xfrm>
          <a:prstGeom prst="roundRect">
            <a:avLst>
              <a:gd name="adj" fmla="val 8000"/>
            </a:avLst>
          </a:prstGeom>
          <a:solidFill>
            <a:srgbClr val="16161C"/>
          </a:solidFill>
          <a:ln>
            <a:noFill/>
          </a:ln>
          <a:effectLst>
            <a:outerShdw blurRad="180000" dist="50000" dir="2700000" algn="tl" rotWithShape="0">
              <a:srgbClr val="1C1C2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187451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D0F5"/>
                </a:solidFill>
                <a:latin typeface="Segoe UI"/>
              </a:rPr>
              <a:t>SAY THIS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377440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The site is on Firebase Hosting. The password is checked by Authentication. The assignment you just made is a document in Cloud Firestore.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8920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9D0F5"/>
                </a:solidFill>
                <a:latin typeface="Segoe UI"/>
              </a:rPr>
              <a:t>That is the cloud in this project.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D0F5"/>
                </a:solidFill>
                <a:latin typeface="Segoe UI"/>
              </a:rPr>
              <a:t>CLOUD COMPUTING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7724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The portal is live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on Google Cloud.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8C6D4"/>
                </a:solidFill>
                <a:latin typeface="Segoe UI"/>
              </a:rPr>
              <a:t>Hosting delivers it. Authentication identifies each person.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8C6D4"/>
                </a:solidFill>
                <a:latin typeface="Segoe UI"/>
              </a:rPr>
              <a:t>Firestore stores the roles and the assignments.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92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https://cloudcomputing-db6ca.web.app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9D0F5"/>
                </a:solidFill>
                <a:latin typeface="Segoe UI"/>
              </a:rPr>
              <a:t>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371600"/>
            <a:ext cx="3200400" cy="4114800"/>
          </a:xfrm>
          <a:prstGeom prst="roundRect">
            <a:avLst>
              <a:gd name="adj" fmla="val 1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3317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200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4DCFF"/>
                </a:solidFill>
                <a:latin typeface="Segoe UI"/>
              </a:rPr>
              <a:t>slides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794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one cloud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Portal — Cloud Computing PBL</dc:title>
  <dc:subject>Firebase Hosting, Authentication, and Cloud Firestore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